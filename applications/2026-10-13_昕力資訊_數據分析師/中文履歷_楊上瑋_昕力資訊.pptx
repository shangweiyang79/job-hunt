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資料分析與視覺化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Power BI, Tableau, GA4,  Looker Studio, Excel</a:t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其他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Docker, Git, 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專案管理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數據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分析師</a:t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8年跨媒體與新聞產業數據分析經驗，擅長用SQL、Python整合多源數據，以Power BI建置儀表板並提出可執行建議。於TaiwanPlus建立成效儀表板與月報；競品分析找出藍海受眾；留存分析使頻道KPI提升50%。經濟學碩士，中英日三語。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/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KPI儀表板與月報自動化：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建立官網與App儀表板，成為跨部門依據；自動化BigQuery管線，資料作業效率提升100%。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/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競品分析與受眾策略：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對標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NHK World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CNA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Arirang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，發現流量規模雖小但互動品質全面領先，判定問題在受眾定位；據此鎖定約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17.6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萬名在台英語居民的藍海受眾，提出重新定位與通路策略。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從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YouTube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留存數據找出成長停滯的流失時間點與題材落差，調整內容與上架策略後，整體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推薦系統與專案成效分析：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發現官網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推薦系統低估高點擊類別，調整排序後觀看成長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；與跨部門協作，分析 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Computex 2026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展會影音成效，觀看數上看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110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萬次。</a:t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流量分析與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輔助選題：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定期向跨部門主管簡報網站流量與訂閱轉換指標並提出優化建議；整合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Google Trends API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工具建立選題輔助流程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中研院人文社會科學研究中心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