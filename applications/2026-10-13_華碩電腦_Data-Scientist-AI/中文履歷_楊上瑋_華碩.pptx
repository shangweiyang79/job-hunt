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資料分析與視覺化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Power BI, Tableau, GA4,  Looker Studio, Excel</a:t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資料科學家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8年數據分析經驗，近年聚焦LLM應用：自建內部RAG助理(Vertex AI Search+Gemini)並設8項檢核評測層；DistilBERT+Gemini新聞分類F1達0.81；推薦排序使觀看成長5%。經濟學碩士，中英日三語。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內部RAG助理：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Python→BigQuery→Vertex AI Search→Gemini，決策與檢索效率提升30%。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競品分析與受眾策略：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對標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NHK World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CNA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Arirang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，發現流量規模雖小但互動品質全面領先，判定問題在受眾定位；據此鎖定約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17.6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萬名在台英語居民的藍海受眾，提出重新定位與通路策略。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新聞分類：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DistilBERT+Gemini信心度級聯，處理資料洩漏與標籤清洗，accuracy與macro-F1皆0.81。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