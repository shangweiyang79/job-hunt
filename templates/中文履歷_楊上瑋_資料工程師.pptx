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資料工程: BigQuery, dbt, Cloud Run, Docker, Prefect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Python, SQL, ETL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資料庫: MySQL, MongoDB, Git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資料工程師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8年跨媒體、新聞與藝術產業數據經驗，近年專注資料工程：以Python→BigQuery建置多平台成效管線並部署於Cloud Run；以dbt建置新聞部社群成效轉換層（staging→marts、指標定義與資料測試）；並自建RAG助理與評測層。經濟學碩士，中英日三語。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資料管線與自動化：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以Python將多平台影音成效匯入BigQuery，部署Cloud Run排程，資料作業效率提升100%。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dbt轉換層：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建置4平台社群成效staging→intermediate→marts模型、指標定義與資料測試，以對帳腳本比對13個既有views，維持Looker Studio相容。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RAG資料產品：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BigQuery→Vertex AI Search→Gemini內部助理，Cloud Run同步與8項決定性檢核，檢索效率提升30%。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影音留存與推薦分析：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留存分析使頻道KPI提升50%；調整推薦排序後觀看成長5%。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中研院人文社會科學研究中心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